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4864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8EEF4"/>
                </a:solidFill>
                <a:latin typeface="Arial"/>
              </a:rPr>
              <a:t>AI KAVACH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54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8A9BAC"/>
                </a:solidFill>
                <a:latin typeface="Arial"/>
              </a:rPr>
              <a:t>Autonomous Cyber Reasoning System for Web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9EFF"/>
                </a:solidFill>
                <a:latin typeface="Arial"/>
              </a:rPr>
              <a:t>FIND  →  PROVE  →  FIX  → 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Air-gapped. Local models only. Zero false positives by construction.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One autonomous loop, four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679192" cy="3337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9EFF"/>
                </a:solidFill>
                <a:latin typeface="Arial"/>
              </a:rPr>
              <a:t>FIND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697480"/>
            <a:ext cx="822960" cy="45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2219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EF4"/>
                </a:solidFill>
                <a:latin typeface="Arial"/>
              </a:rPr>
              <a:t>Static-first detection across 13 sources and 6 languages. Breadth is cheap when nothing is claimed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920240"/>
            <a:ext cx="2679192" cy="3337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5D07F"/>
                </a:solidFill>
                <a:latin typeface="Arial"/>
              </a:rPr>
              <a:t>PROVE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697480"/>
            <a:ext cx="822960" cy="4572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2219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EF4"/>
                </a:solidFill>
                <a:latin typeface="Arial"/>
              </a:rPr>
              <a:t>Every claim backed by a replayed exploit or a deterministic fact. Candidates are never asserted.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679192" cy="3337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2B84B"/>
                </a:solidFill>
                <a:latin typeface="Arial"/>
              </a:rPr>
              <a:t>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697480"/>
            <a:ext cx="822960" cy="4572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22219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EF4"/>
                </a:solidFill>
                <a:latin typeface="Arial"/>
              </a:rPr>
              <a:t>Template-first patching with zero model variance. An LLM is used only where a real rewrite is unavoidable.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920240"/>
            <a:ext cx="2679192" cy="3337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2148840"/>
            <a:ext cx="2221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9EFF"/>
                </a:solidFill>
                <a:latin typeface="Arial"/>
              </a:rPr>
              <a:t>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697480"/>
            <a:ext cx="822960" cy="457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926080"/>
            <a:ext cx="22219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EF4"/>
                </a:solidFill>
                <a:latin typeface="Arial"/>
              </a:rPr>
              <a:t>A four-way gate plus an observed-traffic regression proof, and a complete audit trail per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A9BAC"/>
                </a:solidFill>
                <a:latin typeface="Arial"/>
              </a:rPr>
              <a:t>Core invariant.  </a:t>
            </a:r>
            <a:r>
              <a:rPr sz="1500" b="1">
                <a:solidFill>
                  <a:srgbClr val="E8EEF4"/>
                </a:solidFill>
                <a:latin typeface="Arial"/>
              </a:rPr>
              <a:t>Propose freely, the oracle decides. </a:t>
            </a:r>
            <a:r>
              <a:rPr sz="1500" b="0">
                <a:solidFill>
                  <a:srgbClr val="8A9BAC"/>
                </a:solidFill>
                <a:latin typeface="Arial"/>
              </a:rPr>
              <a:t>Nothing is claimed until an oracle confirms it, so breadth costs zero false positives.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STAGE 1 :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Static-first detection, LLM-minimal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6583680" cy="3611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9EFF"/>
                </a:solidFill>
                <a:latin typeface="Arial"/>
              </a:rPr>
              <a:t>A. Source level (white 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6126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Per-language static analysis, the Opengrep community corpus with inter-procedural taint, Joern cross-file code-property-graph taint, and FP-safe API-misuse literals.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9EFF"/>
                </a:solidFill>
                <a:latin typeface="Arial"/>
              </a:rPr>
              <a:t>B. HTTP level (black box)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11296"/>
            <a:ext cx="6126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Hidden-parameter discovery, roughly 15 live oracles, IDOR and GraphQL mapping, OpenAPI schema fuzzing, request-smuggling timing. Language-agnostic.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88536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A9EFF"/>
                </a:solidFill>
                <a:latin typeface="Arial"/>
              </a:rPr>
              <a:t>C. Scanner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72583"/>
            <a:ext cx="6126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ZAP, Nuclei and Trivy reports ingested as candidates, then re-tested by our own oracle so their breadth becomes our proof.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4160520" cy="1115568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947672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185416"/>
            <a:ext cx="3977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detection sources, only 1 LLM-assisted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035808"/>
            <a:ext cx="4160520" cy="1115568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20040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2,329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438144"/>
            <a:ext cx="3977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taint and pattern rules vendored offline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288536"/>
            <a:ext cx="4160520" cy="1115568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453128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160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690872"/>
            <a:ext cx="3977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hidden-parameter wordlist, 0-FP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EEF4"/>
                </a:solidFill>
                <a:latin typeface="Arial"/>
              </a:rPr>
              <a:t>The model is not the bug finder. </a:t>
            </a:r>
            <a:r>
              <a:rPr sz="1400" b="0">
                <a:solidFill>
                  <a:srgbClr val="8A9BAC"/>
                </a:solidFill>
                <a:latin typeface="Arial"/>
              </a:rPr>
              <a:t>1 of 13 sources is model-assisted, and only as a proposer. The system runs end to end with the LLM switched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Detection breadth, offline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4767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2,329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0720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offline rules.
2,069 community plus 260 first-party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78308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4767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0720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languages.
Python, JS, Java, Ruby, Go, PHP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4767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0720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vulnerability classes confirmable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78308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94767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80720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mined technique vocabularies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6791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2744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self-validating oracle mechanisms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70332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86791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2744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injection and OOB classes via source-to-HTTP bridge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86791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2744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detection sources, 1 LLM-assisted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703320"/>
            <a:ext cx="2679192" cy="17373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867912"/>
            <a:ext cx="26791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727448"/>
            <a:ext cx="2496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false positives in the claimed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Adding a language or a class means adding data, the rules and vocabularies, not code or prompts.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STAGE 2 :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Six self-validating oracle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1.  Differential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SQL and NoSQL injection. A tautology and a contradiction must flip while a benign control does not. A reflected echo cannot flip true versus false.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8232" y="1737360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2" y="1737360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8470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2.  Marker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212848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Command injection, path traversal, SSTI, redirect. The success signal is the result of the attack, absent from the payload. 31338, 1337, root:x:0:0.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90088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90088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998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3.  OOB callback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65576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SSRF, XXE, deserialization. The target is induced to hit a one-time loopback listener. The callback decides, not the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2" y="2990088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2990088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30998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4.  Two-user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65576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IDOR, BOLA, broken access control. Authorized versus unauthorized, or foreign versus own object id, or verify-after-write.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42816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42816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525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5.  Content 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1830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Headers, cookies, CORS, JWT, rate-limit, enumeration, mass-assignment, cache-poisoning. A deterministic fact or a unique marker read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4242816"/>
            <a:ext cx="5486400" cy="10972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4242816"/>
            <a:ext cx="73152" cy="10972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43525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6.  Timing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4718304"/>
            <a:ext cx="4983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BAC"/>
                </a:solidFill>
                <a:latin typeface="Arial"/>
              </a:rPr>
              <a:t>HTTP request smuggling. Probabilistic, so it is reported only as a candidate and never enters the confirmed tier.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5099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A static flag becomes a proven bug deterministically: map file and function to a route, resolve the wire parameter, run the oracle. No LLM in the proof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WHAT SETS IT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Six differentiators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1.  Zero-FP by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Two tiers, candidate versus confirmed. Only a replayed exploit or a deterministic fact is ever claimed, so false positives cannot reach the report.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8232" y="173736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28232" y="173736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86537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2.  LLM-minimal and air-gapped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26771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1 of 13 sources is model-assisted, and only as a proposer. Detection, proof and template patching all run with the model switched off.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3.  Deterministic proof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A static flag becomes a proven bug through source, route and parameter correlation. No model sits inside the confirmation loop.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2" y="320040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28232" y="320040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332841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4.  Language-agnostic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73075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Six languages at source level, and HTTP oracles that work on any backend. A new target needs data, not new code.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9145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5.  Deterministic-first patching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Template and config tiers carry zero model variance and always compile. A gated CEGIS loop is used only for genuine rewrites.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4663440"/>
            <a:ext cx="5486400" cy="132588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4663440"/>
            <a:ext cx="73152" cy="132588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479145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6.  Executable regression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519379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The regression set is derived from the app's own observed traffic, never invented by a model. Every run is fully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Proven across targets, zero false positives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27080" cy="502920"/>
          </a:xfrm>
          <a:prstGeom prst="rect">
            <a:avLst/>
          </a:prstGeom>
          <a:solidFill>
            <a:srgbClr val="20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4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20240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False Pos.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9202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5D07F"/>
                </a:solidFill>
                <a:latin typeface="Arial"/>
              </a:rPr>
              <a:t>Proof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23160"/>
            <a:ext cx="10927080" cy="8229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2560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EF4"/>
                </a:solidFill>
                <a:latin typeface="Arial"/>
              </a:rPr>
              <a:t>NodeGoat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23160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EF4"/>
                </a:solidFill>
                <a:latin typeface="Arial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2316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23160"/>
            <a:ext cx="1280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2316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config +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2560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EF4"/>
                </a:solidFill>
                <a:latin typeface="Arial"/>
              </a:rPr>
              <a:t>VulnerableApp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4612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246120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EEF4"/>
                </a:solidFill>
                <a:latin typeface="Arial"/>
              </a:rPr>
              <a:t>375 taint 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4612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46120"/>
            <a:ext cx="1280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24612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BAC"/>
                </a:solidFill>
                <a:latin typeface="Arial"/>
              </a:rPr>
              <a:t>route-map bridge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27080" cy="9144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73152" cy="9144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988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EF4"/>
                </a:solidFill>
                <a:latin typeface="Arial"/>
              </a:rPr>
              <a:t>VulnerableApp: 10 distinct bugs confirmed with the LLM switched off, 0 false positives.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Candidates are the FIND reach. Confirmed are the only claimed bugs, each with a replayable PoC and logged HTTP exchange ids.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BAC"/>
                </a:solidFill>
                <a:latin typeface="Arial"/>
              </a:rPr>
              <a:t>Coverage ledger on NodeGoat: 33 routes cleared with evidence, every examined route and class accounted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STAGE 3 :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Patch deterministically, three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589520" cy="1051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" cy="105156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D07F"/>
                </a:solidFill>
                <a:latin typeface="Arial"/>
              </a:rP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0195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EF4"/>
                </a:solidFill>
                <a:latin typeface="Arial"/>
              </a:rPr>
              <a:t>Deterministic templates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6 rules across 4 classes. Pure literal swaps, for example MD5 to SHA-256 and new Random() to SecureRandom. Zero model variance, always compile.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7589520" cy="1051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3152" cy="105156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A9EFF"/>
                </a:solidFill>
                <a:latin typeface="Arial"/>
              </a:rP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9067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EF4"/>
                </a:solidFill>
                <a:latin typeface="Arial"/>
              </a:rPr>
              <a:t>Framework-aware config remediation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7472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9 classes across 5 frameworks. The exact remediation snippet for the detected stack: Express, Spring, Flask, Django, Rails.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7589520" cy="105156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73152" cy="1051560"/>
          </a:xfrm>
          <a:prstGeom prst="rect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84B"/>
                </a:solidFill>
                <a:latin typeface="Arial"/>
              </a:rP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7939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EEF4"/>
                </a:solidFill>
                <a:latin typeface="Arial"/>
              </a:rPr>
              <a:t>Gated LLM repair (CEGIS)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663440"/>
            <a:ext cx="6126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3 backends. One function rewritten and spliced by AST, only where no safe template exists, and only if the full gate passes.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783080"/>
            <a:ext cx="3154680" cy="16002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947672"/>
            <a:ext cx="3154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5D07F"/>
                </a:solidFill>
                <a:latin typeface="Arial"/>
              </a:rPr>
              <a:t>64 / 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7004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weak-literal patches applied and verified on held-out BenchmarkJava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566160"/>
            <a:ext cx="3154680" cy="16002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730752"/>
            <a:ext cx="3154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4A9EFF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5312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model variance on the template and config tiers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EEF4"/>
                </a:solidFill>
                <a:latin typeface="Arial"/>
              </a:rPr>
              <a:t>Dependency vulnerabilities are reported, never version-bumped. </a:t>
            </a:r>
            <a:r>
              <a:rPr sz="1400" b="0">
                <a:solidFill>
                  <a:srgbClr val="8A9BAC"/>
                </a:solidFill>
                <a:latin typeface="Arial"/>
              </a:rPr>
              <a:t>An offline target cannot re-resolve or re-test a manifest change, so we name the fixed version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STAGE 4 :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Gate the fix, prove the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94960" cy="34290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D07F"/>
                </a:solidFill>
                <a:latin typeface="Arial"/>
              </a:rPr>
              <a:t>Four-way acceptance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1. PoV-gone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the confirming exploit no longer fires on the patched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2.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4728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observed good traffic still returns identical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3. Static re-scan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the vuln class is gone from the file, not just one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EF4"/>
                </a:solidFill>
                <a:latin typeface="Arial"/>
              </a:rPr>
              <a:t>4. Sibling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1888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BAC"/>
                </a:solidFill>
                <a:latin typeface="Arial"/>
              </a:rPr>
              <a:t>every twin call site surfaced, so the scope is honest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5394960" cy="34290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9EFF"/>
                </a:solidFill>
                <a:latin typeface="Arial"/>
              </a:rPr>
              <a:t>Audit trail, 6 artifacts per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957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report.csv</a:t>
            </a:r>
            <a:r>
              <a:rPr sz="1150" b="0">
                <a:solidFill>
                  <a:srgbClr val="8A9BAC"/>
                </a:solidFill>
                <a:latin typeface="Arial"/>
              </a:rPr>
              <a:t>   the claimed bugs, confirmed only, with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529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findings.json</a:t>
            </a:r>
            <a:r>
              <a:rPr sz="1150" b="0">
                <a:solidFill>
                  <a:srgbClr val="8A9BAC"/>
                </a:solidFill>
                <a:latin typeface="Arial"/>
              </a:rPr>
              <a:t>   all findings including candidates, full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exchanges.jsonl</a:t>
            </a:r>
            <a:r>
              <a:rPr sz="1150" b="0">
                <a:solidFill>
                  <a:srgbClr val="8A9BAC"/>
                </a:solidFill>
                <a:latin typeface="Arial"/>
              </a:rPr>
              <a:t>   every confirmed exploit's actual request, numbered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673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llm_trace.jsonl</a:t>
            </a:r>
            <a:r>
              <a:rPr sz="1150" b="0">
                <a:solidFill>
                  <a:srgbClr val="8A9BAC"/>
                </a:solidFill>
                <a:latin typeface="Arial"/>
              </a:rPr>
              <a:t>   every model query, response, timing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245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coverage.json</a:t>
            </a:r>
            <a:r>
              <a:rPr sz="1150" b="0">
                <a:solidFill>
                  <a:srgbClr val="8A9BAC"/>
                </a:solidFill>
                <a:latin typeface="Arial"/>
              </a:rPr>
              <a:t>   the evidenced coverage ledger, 5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81728"/>
            <a:ext cx="493776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EF4"/>
                </a:solidFill>
                <a:latin typeface="Arial"/>
              </a:rPr>
              <a:t>run.json</a:t>
            </a:r>
            <a:r>
              <a:rPr sz="1150" b="0">
                <a:solidFill>
                  <a:srgbClr val="8A9BAC"/>
                </a:solidFill>
                <a:latin typeface="Arial"/>
              </a:rPr>
              <a:t>   manifest: target, counts, coverage,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EEF4"/>
                </a:solidFill>
                <a:latin typeface="Arial"/>
              </a:rPr>
              <a:t>The regression set is derived from the app's own traffic, never model-invented. </a:t>
            </a:r>
            <a:r>
              <a:rPr sz="1400" b="0">
                <a:solidFill>
                  <a:srgbClr val="8A9BAC"/>
                </a:solidFill>
                <a:latin typeface="Arial"/>
              </a:rPr>
              <a:t>Every confirmed exploit is replayable and every exchange id is independently checkable.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D07F"/>
                </a:solidFill>
                <a:latin typeface="Arial"/>
              </a:rPr>
              <a:t>MAPPED TO JUDGING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Arial"/>
              </a:rPr>
              <a:t>How it answers each criterion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27080" cy="987552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987552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Autonomous bug discovery, precision and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5D07F"/>
                </a:solidFill>
                <a:latin typeface="Arial"/>
              </a:rPr>
              <a:t>Zero-FP claimed tier. 13 static-first sources. 2,329 offline rules. LLM-minimal.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80944"/>
            <a:ext cx="10927080" cy="987552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80944"/>
            <a:ext cx="73152" cy="987552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Automated patch, quality, correctness and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5D07F"/>
                </a:solidFill>
                <a:latin typeface="Arial"/>
              </a:rPr>
              <a:t>Template-first, instant and zero variance. Three tiers. A four-way gate before acceptance.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33087"/>
            <a:ext cx="10927080" cy="987552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133087"/>
            <a:ext cx="73152" cy="987552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3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Regression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7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5D07F"/>
                </a:solidFill>
                <a:latin typeface="Arial"/>
              </a:rPr>
              <a:t>Executable regression from observed traffic. A coverage ledger over the examined surface.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85231"/>
            <a:ext cx="10927080" cy="987552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85231"/>
            <a:ext cx="73152" cy="987552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3247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E8EEF4"/>
                </a:solidFill>
                <a:latin typeface="Arial"/>
              </a:rPr>
              <a:t>Scalability and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33871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35D07F"/>
                </a:solidFill>
                <a:latin typeface="Arial"/>
              </a:rPr>
              <a:t>Data-driven: a new language or class is new data. Cached CPG, parallel execution, six languages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4"/>
                </a:solidFill>
                <a:latin typeface="Arial"/>
              </a:rPr>
              <a:t>Find real bugs. Prove them. Fix them. Prove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BAC"/>
                </a:solidFill>
                <a:latin typeface="Arial"/>
              </a:rPr>
              <a:t>Autonomous. Air-gapped. Zero false positives by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5D07F"/>
                </a:solidFill>
                <a:latin typeface="Arial"/>
              </a:rPr>
              <a:t>AI KAVACH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EEF4"/>
                </a:solidFill>
                <a:latin typeface="Arial"/>
              </a:rPr>
              <a:t>Team Pramaan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